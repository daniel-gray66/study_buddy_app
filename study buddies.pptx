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Newsreader"/>
      <p:regular r:id="rId12"/>
      <p:bold r:id="rId13"/>
      <p:italic r:id="rId14"/>
      <p:boldItalic r:id="rId15"/>
    </p:embeddedFont>
    <p:embeddedFont>
      <p:font typeface="DM Sans Light"/>
      <p:regular r:id="rId16"/>
      <p:bold r:id="rId17"/>
      <p:italic r:id="rId18"/>
      <p:boldItalic r:id="rId19"/>
    </p:embeddedFont>
    <p:embeddedFont>
      <p:font typeface="DM Sans SemiBold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  <p:embeddedFont>
      <p:font typeface="Newsreader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ewsreaderSemiBold-boldItalic.fntdata"/><Relationship Id="rId30" Type="http://schemas.openxmlformats.org/officeDocument/2006/relationships/font" Target="fonts/NewsreaderSemiBold-italic.fntdata"/><Relationship Id="rId20" Type="http://schemas.openxmlformats.org/officeDocument/2006/relationships/font" Target="fonts/DMSansSemiBold-regular.fntdata"/><Relationship Id="rId22" Type="http://schemas.openxmlformats.org/officeDocument/2006/relationships/font" Target="fonts/DMSansSemiBold-italic.fntdata"/><Relationship Id="rId21" Type="http://schemas.openxmlformats.org/officeDocument/2006/relationships/font" Target="fonts/DMSansSemiBold-bold.fntdata"/><Relationship Id="rId24" Type="http://schemas.openxmlformats.org/officeDocument/2006/relationships/font" Target="fonts/DMSans-regular.fntdata"/><Relationship Id="rId23" Type="http://schemas.openxmlformats.org/officeDocument/2006/relationships/font" Target="fonts/DMSansSemiBold-boldItalic.fntdata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8" Type="http://schemas.openxmlformats.org/officeDocument/2006/relationships/font" Target="fonts/NewsreaderSemiBold-regular.fntdata"/><Relationship Id="rId27" Type="http://schemas.openxmlformats.org/officeDocument/2006/relationships/font" Target="fonts/DMSans-boldItalic.fntdata"/><Relationship Id="rId29" Type="http://schemas.openxmlformats.org/officeDocument/2006/relationships/font" Target="fonts/NewsreaderSemi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ewsreader-bold.fntdata"/><Relationship Id="rId12" Type="http://schemas.openxmlformats.org/officeDocument/2006/relationships/font" Target="fonts/Newsreader-regular.fntdata"/><Relationship Id="rId15" Type="http://schemas.openxmlformats.org/officeDocument/2006/relationships/font" Target="fonts/Newsreader-boldItalic.fntdata"/><Relationship Id="rId14" Type="http://schemas.openxmlformats.org/officeDocument/2006/relationships/font" Target="fonts/Newsreader-italic.fntdata"/><Relationship Id="rId17" Type="http://schemas.openxmlformats.org/officeDocument/2006/relationships/font" Target="fonts/DMSansLight-bold.fntdata"/><Relationship Id="rId16" Type="http://schemas.openxmlformats.org/officeDocument/2006/relationships/font" Target="fonts/DMSansLight-regular.fntdata"/><Relationship Id="rId19" Type="http://schemas.openxmlformats.org/officeDocument/2006/relationships/font" Target="fonts/DMSansLight-boldItalic.fntdata"/><Relationship Id="rId18" Type="http://schemas.openxmlformats.org/officeDocument/2006/relationships/font" Target="fonts/DMSans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9d474ae791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9d474ae791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9d474ae791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9d474ae791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9d474ae791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9d474ae791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9d474ae791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9d474ae791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9d474ae791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9d474ae791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3" name="Google Shape;513;p67"/>
          <p:cNvPicPr preferRelativeResize="0"/>
          <p:nvPr/>
        </p:nvPicPr>
        <p:blipFill rotWithShape="1">
          <a:blip r:embed="rId3">
            <a:alphaModFix/>
          </a:blip>
          <a:srcRect b="79" l="21736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StudyLink</a:t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Gray, Ipreye, Isabell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8"/>
          <p:cNvSpPr/>
          <p:nvPr/>
        </p:nvSpPr>
        <p:spPr>
          <a:xfrm>
            <a:off x="50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1" name="Google Shape;521;p68"/>
          <p:cNvSpPr/>
          <p:nvPr/>
        </p:nvSpPr>
        <p:spPr>
          <a:xfrm>
            <a:off x="3048087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2" name="Google Shape;522;p68"/>
          <p:cNvSpPr/>
          <p:nvPr/>
        </p:nvSpPr>
        <p:spPr>
          <a:xfrm>
            <a:off x="6096124" y="1804397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3" name="Google Shape;523;p68"/>
          <p:cNvSpPr/>
          <p:nvPr/>
        </p:nvSpPr>
        <p:spPr>
          <a:xfrm>
            <a:off x="50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4" name="Google Shape;524;p68"/>
          <p:cNvSpPr/>
          <p:nvPr/>
        </p:nvSpPr>
        <p:spPr>
          <a:xfrm>
            <a:off x="3048087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5" name="Google Shape;525;p68"/>
          <p:cNvSpPr/>
          <p:nvPr/>
        </p:nvSpPr>
        <p:spPr>
          <a:xfrm>
            <a:off x="6096124" y="3174279"/>
            <a:ext cx="3048000" cy="137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6" name="Google Shape;526;p6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Firebase</a:t>
            </a:r>
            <a:endParaRPr/>
          </a:p>
        </p:txBody>
      </p:sp>
      <p:sp>
        <p:nvSpPr>
          <p:cNvPr id="527" name="Google Shape;527;p6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Backend1</a:t>
            </a:r>
            <a:endParaRPr/>
          </a:p>
        </p:txBody>
      </p:sp>
      <p:sp>
        <p:nvSpPr>
          <p:cNvPr id="528" name="Google Shape;528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6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30" name="Google Shape;530;p68"/>
          <p:cNvSpPr txBox="1"/>
          <p:nvPr>
            <p:ph type="title"/>
          </p:nvPr>
        </p:nvSpPr>
        <p:spPr>
          <a:xfrm>
            <a:off x="1122900" y="703167"/>
            <a:ext cx="57186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 i="1"/>
          </a:p>
        </p:txBody>
      </p:sp>
      <p:sp>
        <p:nvSpPr>
          <p:cNvPr id="531" name="Google Shape;531;p6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native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6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</a:t>
            </a:r>
            <a:endParaRPr/>
          </a:p>
        </p:txBody>
      </p:sp>
      <p:sp>
        <p:nvSpPr>
          <p:cNvPr id="533" name="Google Shape;533;p68"/>
          <p:cNvSpPr txBox="1"/>
          <p:nvPr>
            <p:ph idx="6" type="subTitle"/>
          </p:nvPr>
        </p:nvSpPr>
        <p:spPr>
          <a:xfrm>
            <a:off x="646910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platform server for react native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6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</a:t>
            </a:r>
            <a:endParaRPr/>
          </a:p>
        </p:txBody>
      </p:sp>
      <p:sp>
        <p:nvSpPr>
          <p:cNvPr id="535" name="Google Shape;535;p6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typing for javascript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6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Typescript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9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Demo</a:t>
            </a:r>
            <a:endParaRPr/>
          </a:p>
        </p:txBody>
      </p:sp>
      <p:sp>
        <p:nvSpPr>
          <p:cNvPr id="542" name="Google Shape;542;p69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few words to the statement above. You can explain why this mission is important to you and your company and how you’ll achieve it.</a:t>
            </a:r>
            <a:endParaRPr/>
          </a:p>
        </p:txBody>
      </p:sp>
      <p:sp>
        <p:nvSpPr>
          <p:cNvPr id="543" name="Google Shape;543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4" name="Google Shape;544;p6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pic>
        <p:nvPicPr>
          <p:cNvPr descr="A glass ceiling" id="545" name="Google Shape;545;p69"/>
          <p:cNvPicPr preferRelativeResize="0"/>
          <p:nvPr/>
        </p:nvPicPr>
        <p:blipFill rotWithShape="1">
          <a:blip r:embed="rId3">
            <a:alphaModFix/>
          </a:blip>
          <a:srcRect b="10955" l="0" r="0" t="10955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6" name="Google Shape;546;p69"/>
          <p:cNvCxnSpPr/>
          <p:nvPr/>
        </p:nvCxnSpPr>
        <p:spPr>
          <a:xfrm>
            <a:off x="356100" y="3843349"/>
            <a:ext cx="5362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7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553" name="Google Shape;553;p70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70"/>
          <p:cNvSpPr txBox="1"/>
          <p:nvPr>
            <p:ph idx="3" type="subTitle"/>
          </p:nvPr>
        </p:nvSpPr>
        <p:spPr>
          <a:xfrm>
            <a:off x="2490450" y="732775"/>
            <a:ext cx="41631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MISSION</a:t>
            </a:r>
            <a:endParaRPr/>
          </a:p>
        </p:txBody>
      </p:sp>
      <p:sp>
        <p:nvSpPr>
          <p:cNvPr id="555" name="Google Shape;555;p70"/>
          <p:cNvSpPr txBox="1"/>
          <p:nvPr>
            <p:ph type="title"/>
          </p:nvPr>
        </p:nvSpPr>
        <p:spPr>
          <a:xfrm>
            <a:off x="719450" y="988550"/>
            <a:ext cx="7705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Report</a:t>
            </a:r>
            <a:endParaRPr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1" name="Google Shape;561;p7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Stduy 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71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Goals: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want to implement a search </a:t>
            </a:r>
            <a:r>
              <a:rPr lang="en"/>
              <a:t>feature</a:t>
            </a:r>
            <a:r>
              <a:rPr lang="en"/>
              <a:t> and a profile for every user.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